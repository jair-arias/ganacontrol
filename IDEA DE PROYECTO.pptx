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63FFE-9431-4E4D-9E72-CA99826E1FA5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BEE4A-5041-405B-AF0A-12E3170EDA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4831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BEE4A-5041-405B-AF0A-12E3170EDA66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975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BEE4A-5041-405B-AF0A-12E3170EDA66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9437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ws looking at the camera">
            <a:extLst>
              <a:ext uri="{FF2B5EF4-FFF2-40B4-BE49-F238E27FC236}">
                <a16:creationId xmlns:a16="http://schemas.microsoft.com/office/drawing/2014/main" id="{2489058A-DEB1-CEB4-14B9-5CFF34DEA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2" b="5128"/>
          <a:stretch/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A76878-F8CC-C45A-565D-3FCB31FF1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s-CO" sz="5600" dirty="0">
                <a:solidFill>
                  <a:schemeClr val="bg2"/>
                </a:solidFill>
                <a:latin typeface="Amasis MT Pro Light" panose="020F0502020204030204" pitchFamily="18" charset="0"/>
              </a:rPr>
              <a:t>Idea de proyecto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0740F6-203B-D348-B8AC-D4B04BD1F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O" dirty="0">
                <a:solidFill>
                  <a:schemeClr val="bg2"/>
                </a:solidFill>
                <a:latin typeface="BatangChe" panose="020B0503020000020004" pitchFamily="49" charset="-127"/>
                <a:ea typeface="BatangChe" panose="020B0503020000020004" pitchFamily="49" charset="-127"/>
              </a:rPr>
              <a:t>Jair Alfonso Arias Cueca</a:t>
            </a:r>
          </a:p>
        </p:txBody>
      </p:sp>
    </p:spTree>
    <p:extLst>
      <p:ext uri="{BB962C8B-B14F-4D97-AF65-F5344CB8AC3E}">
        <p14:creationId xmlns:p14="http://schemas.microsoft.com/office/powerpoint/2010/main" val="204748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74D65-28E9-29D2-020D-B624826D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4" y="685800"/>
            <a:ext cx="5127172" cy="1485900"/>
          </a:xfrm>
        </p:spPr>
        <p:txBody>
          <a:bodyPr>
            <a:normAutofit/>
          </a:bodyPr>
          <a:lstStyle/>
          <a:p>
            <a:r>
              <a:rPr lang="es-CO" b="0" i="0" dirty="0">
                <a:effectLst/>
                <a:latin typeface="Poppins" panose="020B0502040204020203" pitchFamily="2" charset="0"/>
              </a:rPr>
              <a:t>• </a:t>
            </a:r>
            <a:r>
              <a:rPr lang="es-CO" dirty="0">
                <a:latin typeface="Agency FB" panose="020B0503020202020204" pitchFamily="34" charset="0"/>
              </a:rPr>
              <a:t>Proyecto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67E2D8A-19BE-48A0-889C-CCAC02348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4" name="Picture 2" descr="FINCA GANADERA DE GRANDES ESPACIOS MUY ACOGEDORA">
            <a:extLst>
              <a:ext uri="{FF2B5EF4-FFF2-40B4-BE49-F238E27FC236}">
                <a16:creationId xmlns:a16="http://schemas.microsoft.com/office/drawing/2014/main" id="{4B14AF37-EC85-9988-7F72-2194508D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562" y="1367258"/>
            <a:ext cx="5071256" cy="380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7EDDC-AA92-8AB1-BE84-3E08E5B4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5" y="1683223"/>
            <a:ext cx="5127172" cy="3171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400" dirty="0">
                <a:latin typeface="Amasis MT Pro Light" panose="02040304050005020304" pitchFamily="18" charset="0"/>
              </a:rPr>
              <a:t>Desarrollar un aplicativo web que optimice la gestión del ganado, controlando su salud, alimentación, reproducción y producción. Esta herramienta permitirá a los ganaderos mejorar la eficiencia, reducir costos y tomar decisiones informadas, facilitando el registro de animales, el seguimiento de tratamientos y la gestión financiera.</a:t>
            </a:r>
            <a:endParaRPr lang="es-CO" sz="2400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92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8ABB2-2E3E-4D5B-BC78-58B65921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es-CO" dirty="0"/>
              <a:t>• </a:t>
            </a:r>
            <a:r>
              <a:rPr lang="es-CO" dirty="0">
                <a:latin typeface="Agency FB" panose="020B0503020202020204" pitchFamily="34" charset="0"/>
              </a:rPr>
              <a:t>Problema</a:t>
            </a: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4" name="Picture 2" descr="Raza bovina Brahman ¡Características y cualidades!">
            <a:extLst>
              <a:ext uri="{FF2B5EF4-FFF2-40B4-BE49-F238E27FC236}">
                <a16:creationId xmlns:a16="http://schemas.microsoft.com/office/drawing/2014/main" id="{221DE3ED-78E8-7AC9-572D-CFAF204E1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3418" y="1497642"/>
            <a:ext cx="5760332" cy="386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BEA9C-0636-C40B-BF52-D5CDB675B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303" y="1826286"/>
            <a:ext cx="5024176" cy="3205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>
                <a:latin typeface="Amasis MT Pro Light" panose="02040304050005020304" pitchFamily="18" charset="0"/>
              </a:rPr>
              <a:t>Falta de control y seguimiento adecuado del ganado, lo que lleva a una gestión ineficiente de los recursos y una baja productividad. Sin un sistema centralizado, los ganaderos pueden perder información de los animales, lo que genera errores en el manejo, aumenta los costos operativos y reduce la rentabilidad de la finca.</a:t>
            </a:r>
            <a:endParaRPr lang="es-CO" sz="2400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0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C0CF9-BFF4-BFE8-CDAD-2ABC658F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es-CO" b="0" i="0" dirty="0">
                <a:effectLst/>
                <a:latin typeface="Poppins" panose="020B0502040204020203" pitchFamily="2" charset="0"/>
              </a:rPr>
              <a:t>• </a:t>
            </a:r>
            <a:r>
              <a:rPr lang="es-CO" dirty="0">
                <a:latin typeface="Agency FB" panose="020B0503020202020204" pitchFamily="34" charset="0"/>
              </a:rPr>
              <a:t>Objetivo</a:t>
            </a:r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4" name="Picture 2" descr="La ganadería ha formado una parte esencial de la tradición agrícola ...">
            <a:extLst>
              <a:ext uri="{FF2B5EF4-FFF2-40B4-BE49-F238E27FC236}">
                <a16:creationId xmlns:a16="http://schemas.microsoft.com/office/drawing/2014/main" id="{277688B9-A7A9-5D37-5CF0-635C8FF05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7910" y="1701978"/>
            <a:ext cx="5594534" cy="34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AB576-451F-FE2A-9D16-2E10B8268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4040" y="2244132"/>
            <a:ext cx="4930981" cy="3928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>
                <a:latin typeface="Amasis MT Pro Light" panose="02040304050005020304" pitchFamily="18" charset="0"/>
              </a:rPr>
              <a:t>Desarrollar un software para gestionar eficientemente el ganado, optimizando su salud, alimentación, reproducción y producción, con el fin de mejorar la productividad y rentabilidad de la finca ganadera.</a:t>
            </a:r>
            <a:endParaRPr lang="es-CO" sz="2400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41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732FB-47C9-FD94-FAD1-EF0891EA9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es-CO" b="0" i="0" dirty="0">
                <a:effectLst/>
                <a:latin typeface="Poppins" panose="020B0502040204020203" pitchFamily="2" charset="0"/>
              </a:rPr>
              <a:t>• </a:t>
            </a:r>
            <a:r>
              <a:rPr lang="es-CO" b="0" i="0" dirty="0">
                <a:effectLst/>
                <a:latin typeface="Agency FB" panose="020B0503020202020204" pitchFamily="34" charset="0"/>
              </a:rPr>
              <a:t>Alcance</a:t>
            </a:r>
            <a:endParaRPr lang="es-CO" dirty="0">
              <a:latin typeface="Agency FB" panose="020B0503020202020204" pitchFamily="34" charset="0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ACCB185-D116-7A56-1937-F7148CED2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838" y="851597"/>
            <a:ext cx="4078162" cy="515480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745BA1E-692E-6869-0761-239210BAAA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7143" y="1638299"/>
            <a:ext cx="4379573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s-MX" sz="2400" dirty="0">
                <a:latin typeface="Amasis MT Pro Light" panose="02040304050005020304" pitchFamily="18" charset="0"/>
              </a:rPr>
              <a:t>El alcance del proyecto se enfocará inicialmente en la región de Pandi, Cundinamarca, con la posibilidad de expandirse a nivel nacional en Colombia a futuro. El software estará diseñado para adaptarse a las necesidades específicas de los ganaderos, considerando las particularidades del sector ganadero.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effectLst/>
              <a:latin typeface="Amasis MT Pro Light" panose="02040304050005020304" pitchFamily="18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66A83CF-8342-BA7C-8F27-B942A7A20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837" y="3276599"/>
            <a:ext cx="1294563" cy="129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432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1427FEC-6F0B-D069-7F9E-F44A73EA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1" y="1480930"/>
            <a:ext cx="5751537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dirty="0">
                <a:latin typeface="Amasis MT Pro Light" panose="02040304050005020304" pitchFamily="18" charset="0"/>
              </a:rPr>
              <a:t>Muchas</a:t>
            </a:r>
            <a:br>
              <a:rPr lang="en-US" sz="6600" dirty="0">
                <a:latin typeface="Amasis MT Pro Light" panose="02040304050005020304" pitchFamily="18" charset="0"/>
              </a:rPr>
            </a:br>
            <a:r>
              <a:rPr lang="en-US" sz="6600" dirty="0">
                <a:latin typeface="Amasis MT Pro Light" panose="02040304050005020304" pitchFamily="18" charset="0"/>
              </a:rPr>
              <a:t>Gracias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52343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109</TotalTime>
  <Words>213</Words>
  <Application>Microsoft Office PowerPoint</Application>
  <PresentationFormat>Panorámica</PresentationFormat>
  <Paragraphs>13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BatangChe</vt:lpstr>
      <vt:lpstr>Agency FB</vt:lpstr>
      <vt:lpstr>Amasis MT Pro Light</vt:lpstr>
      <vt:lpstr>Aptos</vt:lpstr>
      <vt:lpstr>Arial</vt:lpstr>
      <vt:lpstr>Franklin Gothic Book</vt:lpstr>
      <vt:lpstr>Poppins</vt:lpstr>
      <vt:lpstr>Recorte</vt:lpstr>
      <vt:lpstr>Idea de proyecto</vt:lpstr>
      <vt:lpstr>• Proyecto</vt:lpstr>
      <vt:lpstr>• Problema</vt:lpstr>
      <vt:lpstr>• Objetivo</vt:lpstr>
      <vt:lpstr>• Alcance</vt:lpstr>
      <vt:lpstr>Muchas 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 Arias</dc:creator>
  <cp:lastModifiedBy>Jair Arias</cp:lastModifiedBy>
  <cp:revision>3</cp:revision>
  <dcterms:created xsi:type="dcterms:W3CDTF">2024-11-26T18:56:08Z</dcterms:created>
  <dcterms:modified xsi:type="dcterms:W3CDTF">2024-11-30T23:55:02Z</dcterms:modified>
</cp:coreProperties>
</file>